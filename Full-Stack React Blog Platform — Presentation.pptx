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812781"/>
            <a:ext cx="10566436" cy="44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564607"/>
            <a:ext cx="10566418" cy="4480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782" y="812781"/>
            <a:ext cx="10566436" cy="447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2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782" y="1564607"/>
            <a:ext cx="10566418" cy="4480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2269584"/>
            <a:ext cx="10883429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Internet and Web Services · MUBAS</a:t>
            </a:r>
            <a:endParaRPr lang="en-US" sz="15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782" y="2713993"/>
            <a:ext cx="10883429" cy="718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Full-Stack React Blog Platform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782" y="3585224"/>
            <a:ext cx="10883429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 research, how React works, and how we built it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82" y="4118570"/>
            <a:ext cx="10883429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[Team member names] · 6 November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not EJS and jQuery?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82" y="1821151"/>
            <a:ext cx="10566436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782" y="1488371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06782" y="1488371"/>
            <a:ext cx="400280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EJS + jQuery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493000" y="1488371"/>
            <a:ext cx="400280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782" y="2437696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782" y="2059239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and data drift apart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06782" y="2059239"/>
            <a:ext cx="400280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DOM by hand after every event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93000" y="2059239"/>
            <a:ext cx="400280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the state; the UI follows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82" y="3047891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82" y="2669435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Reusing pieces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06782" y="2669435"/>
            <a:ext cx="400280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Partials are pasted text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93000" y="2669435"/>
            <a:ext cx="400280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with props and their own state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782" y="3658086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782" y="3279630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click reloads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06782" y="3279630"/>
            <a:ext cx="400280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page rendered on the 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493000" y="3279630"/>
            <a:ext cx="400280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Fetch JSON, redraw only what changed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782" y="3889825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features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606782" y="3889825"/>
            <a:ext cx="400280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Tangled event handlers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493000" y="3889825"/>
            <a:ext cx="400280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One-way data flow keeps changes traceable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782" y="6238242"/>
            <a:ext cx="348636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2 / 12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frameworks compared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82" y="1803382"/>
            <a:ext cx="10566436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819346" y="1488371"/>
            <a:ext cx="1681505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51615" y="1488371"/>
            <a:ext cx="1681505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Angular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83884" y="1488371"/>
            <a:ext cx="1681505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16153" y="1488371"/>
            <a:ext cx="1681505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Svelte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748422" y="1488371"/>
            <a:ext cx="1681505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782" y="2607811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2782" y="2041471"/>
            <a:ext cx="1962150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Updates the page by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19346" y="2041471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DOM diff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51615" y="2041471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detection (zone.js, signals)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83884" y="2041471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Reactive proxies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016153" y="2041471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DOM updates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748422" y="2041471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React, plus server rendering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782" y="3405890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782" y="2839549"/>
            <a:ext cx="1962150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curve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19346" y="283954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Medium: JSX, hooks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51615" y="283954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Steep: TypeScript, DI, RxJS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83884" y="283954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16153" y="283954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Gentle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748422" y="283954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plus routing and server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2782" y="4203970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2782" y="3637629"/>
            <a:ext cx="1962150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developers (SO 2025)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819346" y="363762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44.7%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51615" y="363762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18.2%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83884" y="363762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17.6%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016153" y="363762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748422" y="363762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20.8%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2782" y="4435709"/>
            <a:ext cx="1962150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 bundle, gzip (we measured)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819346" y="443570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69.3 kB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51615" y="443570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69.6 kB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83884" y="443570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25.3 kB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16153" y="443570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 kB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748422" y="4435709"/>
            <a:ext cx="1681505" cy="487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measured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12782" y="5126451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Stack Overflow Developer Survey 2025; our own starter builds, Oct 2026. Malawi job evidence is thin: we checked.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782" y="6238242"/>
            <a:ext cx="348636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3 / 12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recommendation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82" y="1488371"/>
            <a:ext cx="5232400" cy="330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React suits a blog like ours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89490" y="1920153"/>
            <a:ext cx="5148072" cy="1163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parts: live Markdown preview, instant likes and comments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Biggest community: answers, libraries, jobs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= function of state: fewer sync bugs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299128" y="1488371"/>
            <a:ext cx="5232493" cy="330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we would not use it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375836" y="1920153"/>
            <a:ext cx="5148165" cy="11633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mostly static content site: plain HTML or Astro loads faster</a:t>
            </a:r>
            <a:endParaRPr lang="en-US" sz="1600" dirty="0"/>
          </a:p>
          <a:p>
            <a:pPr algn="l" marL="177292" indent="-177292">
              <a:lnSpc>
                <a:spcPts val="224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SEO-critical pages: our SPA sends an almost empty first page, so use Next.js or pre-render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782" y="6238242"/>
            <a:ext cx="348636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4 / 12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and JSX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82" y="1488371"/>
            <a:ext cx="5156218" cy="2003678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4" name="Text 2"/>
          <p:cNvSpPr/>
          <p:nvPr/>
        </p:nvSpPr>
        <p:spPr>
          <a:xfrm>
            <a:off x="1041346" y="1716934"/>
            <a:ext cx="484006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write (JSX)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41346" y="1930344"/>
            <a:ext cx="4840063" cy="10919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&lt;button className="btn"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onClick={save}&gt;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Save {count}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&lt;/button&gt;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23000" y="1488371"/>
            <a:ext cx="5156218" cy="2003678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7" name="Text 5"/>
          <p:cNvSpPr/>
          <p:nvPr/>
        </p:nvSpPr>
        <p:spPr>
          <a:xfrm>
            <a:off x="6451564" y="1716934"/>
            <a:ext cx="484006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becomes (a function call)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51564" y="1930344"/>
            <a:ext cx="4840063" cy="135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jsx("button",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className: "btn",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onClick: save,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children: ["Save ", count]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89490" y="3720613"/>
            <a:ext cx="10799101" cy="614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component is a function: props in, JSX out. Capital letter: Navbar, not nav</a:t>
            </a:r>
            <a:endParaRPr lang="en-US" sz="1600" dirty="0"/>
          </a:p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 plain object describing the UI, not real DOM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782" y="6238242"/>
            <a:ext cx="348636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5 / 12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Props, state, and one-way data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991825" y="1497896"/>
            <a:ext cx="2747349" cy="586906"/>
          </a:xfrm>
          <a:prstGeom prst="rect">
            <a:avLst/>
          </a:prstGeom>
          <a:noFill/>
          <a:ln w="19050">
            <a:solidFill>
              <a:srgbClr val="111111"/>
            </a:solidFill>
            <a:prstDash val="solid"/>
          </a:ln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owns state: liked, setLiked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777323" y="2221325"/>
            <a:ext cx="317626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props (read-only)    ↑ callback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1518624" y="2621304"/>
            <a:ext cx="1285081" cy="762108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76202" y="2753500"/>
            <a:ext cx="969926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9689" y="3002359"/>
            <a:ext cx="1102952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liked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968751" y="2621304"/>
            <a:ext cx="2243534" cy="762108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23565" y="2753500"/>
            <a:ext cx="193390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75101" y="3002359"/>
            <a:ext cx="2230834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onClick calls onToggle()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50490" y="1488371"/>
            <a:ext cx="5174271" cy="1926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Props: inputs, passed down, never changed by the child</a:t>
            </a:r>
            <a:endParaRPr lang="en-US" sz="1600" dirty="0"/>
          </a:p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State: a component's memory; setState schedules a re-render</a:t>
            </a:r>
            <a:endParaRPr lang="en-US" sz="1600" dirty="0"/>
          </a:p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mutate: make a new array or object</a:t>
            </a:r>
            <a:endParaRPr lang="en-US" sz="1600" dirty="0"/>
          </a:p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find who changed data, look up the tree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782" y="6238242"/>
            <a:ext cx="348636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6 / 12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React does when state changes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32" y="1494721"/>
            <a:ext cx="1998915" cy="1038568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 wrap="square" lIns="157541" tIns="157595" rIns="106741" bIns="157595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click, response, setState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957747" y="1494721"/>
            <a:ext cx="1999005" cy="1038568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 wrap="square" lIns="157541" tIns="157595" rIns="106741" bIns="157595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the component again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096452" y="1494721"/>
            <a:ext cx="1999005" cy="1038568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 wrap="square" lIns="157541" tIns="157595" rIns="106741" bIns="157595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 of plain objects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35158" y="1494721"/>
            <a:ext cx="1999005" cy="1038568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 wrap="square" lIns="157541" tIns="157595" rIns="106742" bIns="157595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the old tree (reconciliation)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67513" y="1488371"/>
            <a:ext cx="2011705" cy="10512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52346" tIns="152400" rIns="101136" bIns="12689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only the real DOM nodes that differ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9490" y="2768200"/>
            <a:ext cx="10799101" cy="614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objects is cheap; touching the real DOM is slow, so React diffs first</a:t>
            </a:r>
            <a:endParaRPr lang="en-US" sz="1600" dirty="0"/>
          </a:p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tells React which list item is which, so it keeps the right state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782" y="6238242"/>
            <a:ext cx="348636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7 / 12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4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Hooks we use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82" y="1821154"/>
            <a:ext cx="10566436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782" y="1488374"/>
            <a:ext cx="183134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128" y="1488374"/>
            <a:ext cx="533719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77218" y="1488374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our code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782" y="2424980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782" y="2059242"/>
            <a:ext cx="183134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743128" y="2059242"/>
            <a:ext cx="533719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Remembers a value; setting it re-renders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077218" y="2059242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form, editor fields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82" y="3022457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82" y="2656718"/>
            <a:ext cx="183134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useEffect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128" y="2656718"/>
            <a:ext cx="533719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Syncs with the outside world after render; cleanup undoes 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077218" y="2656718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useFetch, useDebounce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782" y="3619934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782" y="3254195"/>
            <a:ext cx="183134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useContext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128" y="3254195"/>
            <a:ext cx="533719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shared data without prop drilling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77218" y="3254195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useAuth() reads AuthContext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2782" y="3851672"/>
            <a:ext cx="1831340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hook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128" y="3851672"/>
            <a:ext cx="5337197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own function that uses other hooks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077218" y="3851672"/>
            <a:ext cx="3401060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useDebounce: search calls the API after you pause typing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782" y="6238246"/>
            <a:ext cx="348636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8 / 12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Routing, CSR and SSR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89490" y="1488368"/>
            <a:ext cx="5174271" cy="23482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Router: Link changes the URL without reloading</a:t>
            </a:r>
            <a:endParaRPr lang="en-US" sz="1600" dirty="0"/>
          </a:p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page, search and tag live in the URL, so links are shareable and Back works</a:t>
            </a:r>
            <a:endParaRPr lang="en-US" sz="1600" dirty="0"/>
          </a:p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ProtectedRoute redirects by role. It is a convenience: the API re-checks every request</a:t>
            </a:r>
            <a:endParaRPr lang="en-US" sz="1600" dirty="0"/>
          </a:p>
          <a:p>
            <a:pPr algn="l" marL="177292" indent="-177292">
              <a:lnSpc>
                <a:spcPts val="2320"/>
              </a:lnSpc>
              <a:buSzPct val="100000"/>
              <a:buChar char="•"/>
            </a:pPr>
            <a:r>
              <a:rPr lang="en-US" sz="16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React.lazy loads rare pages only when opened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283307" y="1497893"/>
            <a:ext cx="5086386" cy="1084623"/>
          </a:xfrm>
          <a:prstGeom prst="rect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43446" y="1658032"/>
            <a:ext cx="4909091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(our app)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43446" y="1924664"/>
            <a:ext cx="4909091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Empty HTML, then JS, then data. Fast navigation after that. Static hosting.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80132" y="2725390"/>
            <a:ext cx="5092736" cy="1079428"/>
          </a:xfrm>
          <a:prstGeom prst="rect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37673" y="2882931"/>
            <a:ext cx="492098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(Next.js)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37673" y="3149563"/>
            <a:ext cx="4920983" cy="5231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HTML first. Better for search engines. Needs a server.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782" y="6238242"/>
            <a:ext cx="3486366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9 / 12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manage state, and why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12782" y="1821148"/>
            <a:ext cx="10566436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12782" y="1488368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 of state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759128" y="1488368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it lives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213474" y="1488368"/>
            <a:ext cx="429071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2782" y="2412256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782" y="2059236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 fields, menus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59128" y="2059236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useState in the component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13474" y="2059236"/>
            <a:ext cx="429071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it cares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782" y="2997020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2782" y="2644000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Logged-in user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59128" y="2644000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AuthContext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213474" y="2644000"/>
            <a:ext cx="429071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Needed everywhere, rarely changes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2782" y="3581778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782" y="3228758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Page, search, tag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59128" y="3228758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URL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213474" y="3228758"/>
            <a:ext cx="429071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Shareable, survives refresh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2782" y="4166536"/>
            <a:ext cx="10566436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2782" y="3813516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Posts, comments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59128" y="3813516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useFetch plus local state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213474" y="3813516"/>
            <a:ext cx="429071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app: Redux would be extra weight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12782" y="4398274"/>
            <a:ext cx="287782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Unsaved draft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759128" y="4398274"/>
            <a:ext cx="3401060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 (autosave)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213474" y="4398274"/>
            <a:ext cx="4290717" cy="274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Survives refresh and dropped connection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782" y="6238242"/>
            <a:ext cx="358811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10 / 12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and security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9132" y="1494718"/>
            <a:ext cx="3272343" cy="614813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 wrap="square" lIns="182977" tIns="182995" rIns="95786" bIns="157559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· Router, hooks, Context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459738" y="1494718"/>
            <a:ext cx="3272433" cy="614813"/>
          </a:xfrm>
          <a:prstGeom prst="rect">
            <a:avLst/>
          </a:prstGeom>
          <a:noFill/>
          <a:ln w="12700">
            <a:solidFill>
              <a:srgbClr val="FFFFFF"/>
            </a:solidFill>
            <a:prstDash val="solid"/>
          </a:ln>
        </p:spPr>
        <p:txBody>
          <a:bodyPr wrap="square" lIns="182978" tIns="182995" rIns="95783" bIns="157559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 · JWT, roles, zod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094085" y="1488368"/>
            <a:ext cx="3285133" cy="6275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177782" tIns="177800" rIns="89895" bIns="175455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image Storage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2" y="2344446"/>
            <a:ext cx="10883429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→ HTTPS + JSON + Bearer token → API → SQL (pg) → database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96602" y="2839641"/>
            <a:ext cx="10791989" cy="825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 hashes, JWT; role re-read from the database on every request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checks ownership: hiding a button is not security</a:t>
            </a:r>
            <a:endParaRPr lang="en-US" sz="1500" dirty="0"/>
          </a:p>
          <a:p>
            <a:pPr algn="l" marL="170180" indent="-170180">
              <a:lnSpc>
                <a:spcPts val="2100"/>
              </a:lnSpc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 validation, rate-limited login, DOMPurify on Markdown, RLS on tables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782" y="6238242"/>
            <a:ext cx="3574473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11 / 12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782" y="812781"/>
            <a:ext cx="10883429" cy="472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code, line by line: optimistic like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782" y="1488368"/>
            <a:ext cx="5715000" cy="3398693"/>
          </a:xfrm>
          <a:prstGeom prst="rect">
            <a:avLst/>
          </a:prstGeom>
          <a:solidFill>
            <a:srgbClr val="111111"/>
          </a:solidFill>
          <a:ln/>
        </p:spPr>
        <p:txBody>
          <a:bodyPr wrap="square" lIns="203128" tIns="203200" rIns="43865" bIns="177656" rtlCol="0" anchor="t">
            <a:normAutofit/>
          </a:bodyPr>
          <a:lstStyle/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const previous = like;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setLike({ liked: !previous.liked,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count: previous.count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+ (previous.liked ? -1 : 1) });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try {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const res = previous.liked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? await api.del(url)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: await api.post(url);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setLike({ liked: res.liked,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  count: res.likeCount });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 catch {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  setLike(previous);</a:t>
            </a:r>
            <a:endParaRPr lang="en-US" sz="1250" dirty="0"/>
          </a:p>
          <a:p>
            <a:pPr algn="l" indent="0" marL="0">
              <a:lnSpc>
                <a:spcPts val="1813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}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888757" y="1488368"/>
            <a:ext cx="4619240" cy="34240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7806" indent="-197806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how things were</a:t>
            </a:r>
            <a:endParaRPr lang="en-US" sz="1400" dirty="0"/>
          </a:p>
          <a:p>
            <a:pPr algn="l" marL="197806" indent="-197806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screen now, before the server answers</a:t>
            </a:r>
            <a:endParaRPr lang="en-US" sz="1400" dirty="0"/>
          </a:p>
          <a:p>
            <a:pPr algn="l" marL="197806" indent="-197806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the request (await pauses this function, not the page)</a:t>
            </a:r>
            <a:endParaRPr lang="en-US" sz="1400" dirty="0"/>
          </a:p>
          <a:p>
            <a:pPr algn="l" marL="197806" indent="-197806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server's answer is the truth: use it</a:t>
            </a:r>
            <a:endParaRPr lang="en-US" sz="1400" dirty="0"/>
          </a:p>
          <a:p>
            <a:pPr algn="l" marL="197806" indent="-197806">
              <a:lnSpc>
                <a:spcPts val="1960"/>
              </a:lnSpc>
              <a:buSzPct val="100000"/>
              <a:buFontTx/>
              <a:buAutoNum type="arabicPeriod" startAt="1"/>
            </a:pPr>
            <a:r>
              <a:rPr lang="en-US" sz="14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failure, roll back to what we remembered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2" y="6238242"/>
            <a:ext cx="3588111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ELE-IWS-521 · React blog platform · 12 /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ll-Stack React Blog Platform — Presentation">
  <a:themeElements>
    <a:clrScheme name="Full-Stack React Blog Platform — Presentation">
      <a:dk1>
        <a:srgbClr val="111111"/>
      </a:dk1>
      <a:lt1>
        <a:srgbClr val="FFFFFF"/>
      </a:lt1>
      <a:dk2>
        <a:srgbClr val="4D4D4D"/>
      </a:dk2>
      <a:lt2>
        <a:srgbClr val="E7E7E7"/>
      </a:lt2>
      <a:accent1>
        <a:srgbClr val="777777"/>
      </a:accent1>
      <a:accent2>
        <a:srgbClr val="BBBBBB"/>
      </a:accent2>
      <a:accent3>
        <a:srgbClr val="DDDDDD"/>
      </a:accent3>
      <a:accent4>
        <a:srgbClr val="666666"/>
      </a:accent4>
      <a:accent5>
        <a:srgbClr val="9AA0A6"/>
      </a:accent5>
      <a:accent6>
        <a:srgbClr val="707070"/>
      </a:accent6>
      <a:hlink>
        <a:srgbClr val="0563C1"/>
      </a:hlink>
      <a:folHlink>
        <a:srgbClr val="954F72"/>
      </a:folHlink>
    </a:clrScheme>
    <a:fontScheme name="Full-Stack React Blog Platform — Presentati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Full-Stack React Blog Platform — Presentation</dc:title>
  <dc:subject/>
  <dc:creator/>
  <cp:lastModifiedBy/>
  <cp:revision>1</cp:revision>
  <dcterms:created xsi:type="dcterms:W3CDTF">2026-10-14T18:49:41Z</dcterms:created>
  <dcterms:modified xsi:type="dcterms:W3CDTF">2026-10-14T18:49:41Z</dcterms:modified>
</cp:coreProperties>
</file>